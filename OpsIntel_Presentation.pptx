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OpsIntel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Executive Governance Platform</a:t>
            </a:r>
          </a:p>
          <a:p>
            <a:r>
              <a:t>Demo &amp; Architecture Overview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OpsIntel?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OpsIntel is a modern, real-time IT Service Management (ITSM) dashboard.</a:t>
            </a:r>
          </a:p>
          <a:p>
            <a:pPr lvl="1"/>
            <a:r>
              <a:t>Executive 30,000-foot view of your entire IT environment.</a:t>
            </a:r>
          </a:p>
          <a:p>
            <a:pPr lvl="1"/>
            <a:r>
              <a:t>Real-time analytics across Incidents, Problems, Changes, and SLAs.</a:t>
            </a:r>
          </a:p>
          <a:p>
            <a:pPr lvl="1"/>
            <a:r>
              <a:t>Fast, responsive, and secure by design.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Split-Stack Architecture built for scale and speed:</a:t>
            </a:r>
          </a:p>
          <a:p>
            <a:pPr lvl="1"/>
            <a:r>
              <a:t>Frontend: React.js, Vite, and Tailwind CSS</a:t>
            </a:r>
          </a:p>
          <a:p>
            <a:pPr lvl="1"/>
            <a:r>
              <a:t>Backend: FastAPI (Python) for high-performance REST and WebSockets</a:t>
            </a:r>
          </a:p>
          <a:p>
            <a:pPr lvl="1"/>
            <a:r>
              <a:t>Database: SQLite with SQLAlchemy 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 &amp;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Comprehensive KPIs:</a:t>
            </a:r>
          </a:p>
          <a:p>
            <a:pPr lvl="1"/>
            <a:r>
              <a:t>Dynamic Charts: Priority distribution, Problem Aging, Change Success Rate</a:t>
            </a:r>
          </a:p>
          <a:p>
            <a:pPr lvl="1"/>
            <a:r>
              <a:t>Top Services: Instantly identify which services generate the most incidents</a:t>
            </a:r>
          </a:p>
          <a:p>
            <a:pPr lvl="1"/>
            <a:r>
              <a:t>Live Notifications: WebSockets stream alerts instantly to the dashboard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Service Health Tracking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Proprietary Operational Health Score (0-100)</a:t>
            </a:r>
          </a:p>
          <a:p>
            <a:pPr lvl="1"/>
            <a:r>
              <a:t>Auto-categorizes services into Healthy, Warning, or Critical states</a:t>
            </a:r>
          </a:p>
          <a:p>
            <a:pPr lvl="1"/>
            <a:r>
              <a:t>Calculated in real-time based on active P1/P2 incidents and SLA breaches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Ingestion Engine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Bulk-upload historical ITSM data effortlessly</a:t>
            </a:r>
          </a:p>
          <a:p>
            <a:pPr lvl="1"/>
            <a:r>
              <a:t>Auto-detects CSV types (Incidents, Problems, Changes, SLAs, Services)</a:t>
            </a:r>
          </a:p>
          <a:p>
            <a:pPr lvl="1"/>
            <a:r>
              <a:t>Upload History API tracks all uploads securely in the backend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Export &amp; Reporting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Empowering Executives with Data</a:t>
            </a:r>
          </a:p>
          <a:p>
            <a:pPr lvl="1"/>
            <a:r>
              <a:t>Live Paginated Tables: View up to 250 raw rows across all domains</a:t>
            </a:r>
          </a:p>
          <a:p>
            <a:pPr lvl="1"/>
            <a:r>
              <a:t>1-Click CSV Export: Instantly serialize table data and download locally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